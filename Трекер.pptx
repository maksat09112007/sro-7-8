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59" r:id="rId4"/>
    <p:sldId id="261" r:id="rId5"/>
    <p:sldId id="266" r:id="rId6"/>
    <p:sldId id="267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B9C7C123-F491-97E2-4631-0823C91A985F}">
          <p14:sldIdLst>
            <p14:sldId id="256"/>
            <p14:sldId id="258"/>
          </p14:sldIdLst>
        </p14:section>
        <p14:section name="Разработка" id="{5C3FB5B2-B9F4-589A-A7DC-00B6E464C606}">
          <p14:sldIdLst>
            <p14:sldId id="259"/>
            <p14:sldId id="261"/>
          </p14:sldIdLst>
        </p14:section>
        <p14:section name="Проверка" id="{D6F49AA0-2C9E-4A07-8C38-6942DFB2512F}">
          <p14:sldIdLst/>
        </p14:section>
        <p14:section name="Итоги" id="{A2B58DA6-2E45-2BA7-2FA9-0CA53B4FD10B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4" d="100"/>
          <a:sy n="134" d="100"/>
        </p:scale>
        <p:origin x="144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7144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Здравствуйте! Мой проект - веб-приложение "Трекер привычек" для личного кабинета. Оно сделано на чистых HTML, CSS и JavaScript, без фреймворков. Справа на слайде - пример того, как выглядит календарь с отметками и серией.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Пользователь - обычный человек, который хочет выработать привычку. Основной сценарий состоит из пяти шагов: добавить привычку, выбрать её, отметить дни, посмотреть серию и при необходимости удалить.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Перед разработкой я изучил, как вообще формируются привычки. Выделил четыре идеи: триггер, правило двух минут, стэкинг привычек и непрерывная серия. Последняя реализована прямо в приложении - это счётчик серии.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приложении пять возможностей: управление привычками, календарь с отметками, серия дней, статистика и мини-игра. Требовалось не меньше четырёх, поэтому условие выполнено.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Сейчас покажу работу приложения. Добавлю привычку, отмечу три дня подряд, покажу ошибку при пустом названии, обновлю страницу, чтобы показать сохранение, и сыграю в мини-игру.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Итог: приложение работает без фреймворков и выполняет все требования варианта. Что можно улучшить: добавить листание месяцев, показывать лучшую серию и запретить повторяющиеся названия. Спасибо за внимание, готов ответить на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188720"/>
            <a:ext cx="49377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286000"/>
            <a:ext cx="493776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1887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Трекер привычек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28600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 err="1" smtClean="0">
                <a:solidFill>
                  <a:schemeClr val="bg2"/>
                </a:solidFill>
              </a:rPr>
              <a:t>вариант</a:t>
            </a:r>
            <a:r>
              <a:rPr lang="en-US" sz="1800" dirty="0" smtClean="0">
                <a:solidFill>
                  <a:schemeClr val="bg2"/>
                </a:solidFill>
              </a:rPr>
              <a:t> 10</a:t>
            </a:r>
            <a:endParaRPr lang="kk-KZ" sz="1800" dirty="0" smtClean="0">
              <a:solidFill>
                <a:schemeClr val="bg2"/>
              </a:solidFill>
            </a:endParaRPr>
          </a:p>
          <a:p>
            <a:pPr marL="0" indent="0" algn="l">
              <a:buNone/>
            </a:pPr>
            <a:r>
              <a:rPr lang="ru-RU" dirty="0" smtClean="0"/>
              <a:t>Выполнил(</a:t>
            </a:r>
            <a:r>
              <a:rPr lang="ru-RU" dirty="0" err="1" smtClean="0"/>
              <a:t>Молдабаев</a:t>
            </a:r>
            <a:r>
              <a:rPr lang="ru-RU" dirty="0" smtClean="0"/>
              <a:t> </a:t>
            </a:r>
            <a:r>
              <a:rPr lang="ru-RU" dirty="0" err="1" smtClean="0"/>
              <a:t>Максат</a:t>
            </a:r>
            <a:r>
              <a:rPr lang="ru-RU" dirty="0" smtClean="0"/>
              <a:t>)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760720" y="10972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2"/>
                </a:solidFill>
              </a:rPr>
              <a:t>Пн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181344" y="10972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2"/>
                </a:solidFill>
              </a:rPr>
              <a:t>Вт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601968" y="10972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2"/>
                </a:solidFill>
              </a:rPr>
              <a:t>Ср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022592" y="10972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2"/>
                </a:solidFill>
              </a:rPr>
              <a:t>Чт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443216" y="10972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2"/>
                </a:solidFill>
              </a:rPr>
              <a:t>Пт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863840" y="10972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2"/>
                </a:solidFill>
              </a:rPr>
              <a:t>Сб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284464" y="10972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2"/>
                </a:solidFill>
              </a:rPr>
              <a:t>Вс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022592" y="1371600"/>
            <a:ext cx="365760" cy="365760"/>
          </a:xfrm>
          <a:prstGeom prst="roundRect">
            <a:avLst>
              <a:gd name="adj" fmla="val 12500"/>
            </a:avLst>
          </a:prstGeom>
          <a:solidFill>
            <a:schemeClr val="bg1">
              <a:alpha val="1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1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443216" y="1371600"/>
            <a:ext cx="365760" cy="365760"/>
          </a:xfrm>
          <a:prstGeom prst="roundRect">
            <a:avLst>
              <a:gd name="adj" fmla="val 12500"/>
            </a:avLst>
          </a:prstGeom>
          <a:solidFill>
            <a:schemeClr val="bg1">
              <a:alpha val="1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7863840" y="1371600"/>
            <a:ext cx="365760" cy="365760"/>
          </a:xfrm>
          <a:prstGeom prst="roundRect">
            <a:avLst>
              <a:gd name="adj" fmla="val 12500"/>
            </a:avLst>
          </a:prstGeom>
          <a:solidFill>
            <a:schemeClr val="bg1">
              <a:alpha val="1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3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284464" y="1371600"/>
            <a:ext cx="365760" cy="365760"/>
          </a:xfrm>
          <a:prstGeom prst="roundRect">
            <a:avLst>
              <a:gd name="adj" fmla="val 12500"/>
            </a:avLst>
          </a:prstGeom>
          <a:solidFill>
            <a:schemeClr val="bg1">
              <a:alpha val="1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4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760720" y="1792224"/>
            <a:ext cx="365760" cy="365760"/>
          </a:xfrm>
          <a:prstGeom prst="roundRect">
            <a:avLst>
              <a:gd name="adj" fmla="val 12500"/>
            </a:avLst>
          </a:prstGeom>
          <a:solidFill>
            <a:schemeClr val="bg1">
              <a:alpha val="1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5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181344" y="1792224"/>
            <a:ext cx="365760" cy="365760"/>
          </a:xfrm>
          <a:prstGeom prst="roundRect">
            <a:avLst>
              <a:gd name="adj" fmla="val 125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6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601968" y="1792224"/>
            <a:ext cx="365760" cy="365760"/>
          </a:xfrm>
          <a:prstGeom prst="roundRect">
            <a:avLst>
              <a:gd name="adj" fmla="val 125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7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022592" y="1792224"/>
            <a:ext cx="365760" cy="365760"/>
          </a:xfrm>
          <a:prstGeom prst="roundRect">
            <a:avLst>
              <a:gd name="adj" fmla="val 12500"/>
            </a:avLst>
          </a:prstGeom>
          <a:solidFill>
            <a:schemeClr val="bg1">
              <a:alpha val="1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8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443216" y="1792224"/>
            <a:ext cx="365760" cy="365760"/>
          </a:xfrm>
          <a:prstGeom prst="roundRect">
            <a:avLst>
              <a:gd name="adj" fmla="val 12500"/>
            </a:avLst>
          </a:prstGeom>
          <a:solidFill>
            <a:schemeClr val="bg1">
              <a:alpha val="1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9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7863840" y="1792224"/>
            <a:ext cx="365760" cy="365760"/>
          </a:xfrm>
          <a:prstGeom prst="roundRect">
            <a:avLst>
              <a:gd name="adj" fmla="val 12500"/>
            </a:avLst>
          </a:prstGeom>
          <a:solidFill>
            <a:schemeClr val="bg1">
              <a:alpha val="1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10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284464" y="1792224"/>
            <a:ext cx="365760" cy="365760"/>
          </a:xfrm>
          <a:prstGeom prst="roundRect">
            <a:avLst>
              <a:gd name="adj" fmla="val 12500"/>
            </a:avLst>
          </a:prstGeom>
          <a:solidFill>
            <a:schemeClr val="bg1">
              <a:alpha val="1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11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760720" y="2212848"/>
            <a:ext cx="365760" cy="365760"/>
          </a:xfrm>
          <a:prstGeom prst="roundRect">
            <a:avLst>
              <a:gd name="adj" fmla="val 12500"/>
            </a:avLst>
          </a:prstGeom>
          <a:solidFill>
            <a:schemeClr val="bg1">
              <a:alpha val="1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12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181344" y="2212848"/>
            <a:ext cx="365760" cy="365760"/>
          </a:xfrm>
          <a:prstGeom prst="roundRect">
            <a:avLst>
              <a:gd name="adj" fmla="val 125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13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601968" y="2212848"/>
            <a:ext cx="365760" cy="365760"/>
          </a:xfrm>
          <a:prstGeom prst="roundRect">
            <a:avLst>
              <a:gd name="adj" fmla="val 125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14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7022592" y="2212848"/>
            <a:ext cx="365760" cy="365760"/>
          </a:xfrm>
          <a:prstGeom prst="roundRect">
            <a:avLst>
              <a:gd name="adj" fmla="val 125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15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7443216" y="2212848"/>
            <a:ext cx="365760" cy="365760"/>
          </a:xfrm>
          <a:prstGeom prst="roundRect">
            <a:avLst>
              <a:gd name="adj" fmla="val 12500"/>
            </a:avLst>
          </a:prstGeom>
          <a:solidFill>
            <a:schemeClr val="bg1">
              <a:alpha val="1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16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7863840" y="2212848"/>
            <a:ext cx="365760" cy="365760"/>
          </a:xfrm>
          <a:prstGeom prst="roundRect">
            <a:avLst>
              <a:gd name="adj" fmla="val 12500"/>
            </a:avLst>
          </a:prstGeom>
          <a:solidFill>
            <a:schemeClr val="bg1">
              <a:alpha val="1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17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8284464" y="2212848"/>
            <a:ext cx="365760" cy="365760"/>
          </a:xfrm>
          <a:prstGeom prst="roundRect">
            <a:avLst>
              <a:gd name="adj" fmla="val 12500"/>
            </a:avLst>
          </a:prstGeom>
          <a:solidFill>
            <a:schemeClr val="bg1">
              <a:alpha val="1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18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5760720" y="2633472"/>
            <a:ext cx="365760" cy="365760"/>
          </a:xfrm>
          <a:prstGeom prst="roundRect">
            <a:avLst>
              <a:gd name="adj" fmla="val 12500"/>
            </a:avLst>
          </a:prstGeom>
          <a:solidFill>
            <a:schemeClr val="bg1">
              <a:alpha val="1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19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6181344" y="2633472"/>
            <a:ext cx="365760" cy="365760"/>
          </a:xfrm>
          <a:prstGeom prst="roundRect">
            <a:avLst>
              <a:gd name="adj" fmla="val 12500"/>
            </a:avLst>
          </a:prstGeom>
          <a:solidFill>
            <a:schemeClr val="bg1">
              <a:alpha val="1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20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6601968" y="2633472"/>
            <a:ext cx="365760" cy="365760"/>
          </a:xfrm>
          <a:prstGeom prst="roundRect">
            <a:avLst>
              <a:gd name="adj" fmla="val 12500"/>
            </a:avLst>
          </a:prstGeom>
          <a:solidFill>
            <a:schemeClr val="bg1">
              <a:alpha val="1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21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7022592" y="2633472"/>
            <a:ext cx="365760" cy="365760"/>
          </a:xfrm>
          <a:prstGeom prst="roundRect">
            <a:avLst>
              <a:gd name="adj" fmla="val 12500"/>
            </a:avLst>
          </a:prstGeom>
          <a:solidFill>
            <a:schemeClr val="bg1">
              <a:alpha val="1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22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7443216" y="2633472"/>
            <a:ext cx="365760" cy="365760"/>
          </a:xfrm>
          <a:prstGeom prst="roundRect">
            <a:avLst>
              <a:gd name="adj" fmla="val 12500"/>
            </a:avLst>
          </a:prstGeom>
          <a:solidFill>
            <a:schemeClr val="bg1">
              <a:alpha val="1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23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7863840" y="2633472"/>
            <a:ext cx="365760" cy="365760"/>
          </a:xfrm>
          <a:prstGeom prst="roundRect">
            <a:avLst>
              <a:gd name="adj" fmla="val 12500"/>
            </a:avLst>
          </a:prstGeom>
          <a:solidFill>
            <a:schemeClr val="bg1">
              <a:alpha val="1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24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8284464" y="2633472"/>
            <a:ext cx="365760" cy="365760"/>
          </a:xfrm>
          <a:prstGeom prst="roundRect">
            <a:avLst>
              <a:gd name="adj" fmla="val 12500"/>
            </a:avLst>
          </a:prstGeom>
          <a:solidFill>
            <a:schemeClr val="bg1">
              <a:alpha val="1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25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5760720" y="3054096"/>
            <a:ext cx="365760" cy="365760"/>
          </a:xfrm>
          <a:prstGeom prst="roundRect">
            <a:avLst>
              <a:gd name="adj" fmla="val 12500"/>
            </a:avLst>
          </a:prstGeom>
          <a:solidFill>
            <a:schemeClr val="bg1">
              <a:alpha val="1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26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6181344" y="3054096"/>
            <a:ext cx="365760" cy="365760"/>
          </a:xfrm>
          <a:prstGeom prst="roundRect">
            <a:avLst>
              <a:gd name="adj" fmla="val 12500"/>
            </a:avLst>
          </a:prstGeom>
          <a:solidFill>
            <a:schemeClr val="bg1">
              <a:alpha val="1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27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6601968" y="3054096"/>
            <a:ext cx="365760" cy="365760"/>
          </a:xfrm>
          <a:prstGeom prst="roundRect">
            <a:avLst>
              <a:gd name="adj" fmla="val 12500"/>
            </a:avLst>
          </a:prstGeom>
          <a:solidFill>
            <a:schemeClr val="bg1">
              <a:alpha val="1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28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7022592" y="3054096"/>
            <a:ext cx="365760" cy="365760"/>
          </a:xfrm>
          <a:prstGeom prst="roundRect">
            <a:avLst>
              <a:gd name="adj" fmla="val 12500"/>
            </a:avLst>
          </a:prstGeom>
          <a:solidFill>
            <a:schemeClr val="bg1">
              <a:alpha val="1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29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7443216" y="3054096"/>
            <a:ext cx="365760" cy="365760"/>
          </a:xfrm>
          <a:prstGeom prst="roundRect">
            <a:avLst>
              <a:gd name="adj" fmla="val 12500"/>
            </a:avLst>
          </a:prstGeom>
          <a:solidFill>
            <a:schemeClr val="bg1">
              <a:alpha val="1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30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7863840" y="3054096"/>
            <a:ext cx="365760" cy="365760"/>
          </a:xfrm>
          <a:prstGeom prst="roundRect">
            <a:avLst>
              <a:gd name="adj" fmla="val 12500"/>
            </a:avLst>
          </a:prstGeom>
          <a:solidFill>
            <a:schemeClr val="bg1">
              <a:alpha val="1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dirty="0" smtClean="0"/>
              <a:t>Как начать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1280160"/>
            <a:ext cx="1371600" cy="146304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  <p:txBody>
          <a:bodyPr wrap="square" lIns="2540" tIns="635" rIns="635" bIns="635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</a:rPr>
              <a:t>1</a:t>
            </a:r>
            <a:endParaRPr lang="en-US" sz="26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Добавить привычку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1920240" y="1874520"/>
            <a:ext cx="246888" cy="27432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2194560" y="1280160"/>
            <a:ext cx="1371600" cy="146304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  <p:txBody>
          <a:bodyPr wrap="square" lIns="2540" tIns="635" rIns="635" bIns="635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</a:rPr>
              <a:t>2</a:t>
            </a:r>
            <a:endParaRPr lang="en-US" sz="26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Выбрать её в списке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3611880" y="1874520"/>
            <a:ext cx="246888" cy="27432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886200" y="1280160"/>
            <a:ext cx="1371600" cy="146304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  <p:txBody>
          <a:bodyPr wrap="square" lIns="2540" tIns="635" rIns="635" bIns="635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</a:rPr>
              <a:t>3</a:t>
            </a:r>
            <a:endParaRPr lang="en-US" sz="26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Отметить дни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303520" y="1874520"/>
            <a:ext cx="246888" cy="27432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577840" y="1280160"/>
            <a:ext cx="1371600" cy="146304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  <p:txBody>
          <a:bodyPr wrap="square" lIns="2540" tIns="635" rIns="635" bIns="635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</a:rPr>
              <a:t>4</a:t>
            </a:r>
            <a:endParaRPr lang="en-US" sz="26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Смотреть серию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6995160" y="1874520"/>
            <a:ext cx="246888" cy="27432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269480" y="1280160"/>
            <a:ext cx="1371600" cy="146304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  <p:txBody>
          <a:bodyPr wrap="square" lIns="2540" tIns="635" rIns="635" bIns="635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</a:rPr>
              <a:t>5</a:t>
            </a:r>
            <a:endParaRPr lang="en-US" sz="26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Удалить, если не нужна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3030614"/>
            <a:ext cx="3972479" cy="172426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Методы формирования привычек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457200" y="1280160"/>
            <a:ext cx="3977640" cy="1463040"/>
          </a:xfrm>
          <a:prstGeom prst="roundRect">
            <a:avLst>
              <a:gd name="adj" fmla="val 6250"/>
            </a:avLst>
          </a:prstGeom>
          <a:solidFill>
            <a:schemeClr val="accent4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85800" y="14173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Триггер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82880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Привязать действие к событию: после завтрака — стакан воды.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709160" y="1280160"/>
            <a:ext cx="3977640" cy="1463040"/>
          </a:xfrm>
          <a:prstGeom prst="roundRect">
            <a:avLst>
              <a:gd name="adj" fmla="val 6250"/>
            </a:avLst>
          </a:prstGeom>
          <a:solidFill>
            <a:schemeClr val="accent4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937760" y="14173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Правило двух минут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937760" y="182880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Начинать с действия, которое занимает не больше двух минут.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926080"/>
            <a:ext cx="3977640" cy="1463040"/>
          </a:xfrm>
          <a:prstGeom prst="roundRect">
            <a:avLst>
              <a:gd name="adj" fmla="val 6250"/>
            </a:avLst>
          </a:prstGeom>
          <a:solidFill>
            <a:schemeClr val="accent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85800" y="30632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Стэкинг привычек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347472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Добавлять новую привычку сразу после уже устоявшейся.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709160" y="2926080"/>
            <a:ext cx="3977640" cy="1463040"/>
          </a:xfrm>
          <a:prstGeom prst="roundRect">
            <a:avLst>
              <a:gd name="adj" fmla="val 6250"/>
            </a:avLst>
          </a:prstGeom>
          <a:solidFill>
            <a:schemeClr val="accent4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937760" y="30632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Серия дней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4937760" y="347472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Цепочка отметок мотивирует не пропускать день. В приложении это счётчик серии.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Функциональные возможности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457200" y="1280160"/>
            <a:ext cx="2560320" cy="1554480"/>
          </a:xfrm>
          <a:prstGeom prst="roundRect">
            <a:avLst>
              <a:gd name="adj" fmla="val 5882"/>
            </a:avLst>
          </a:prstGeom>
          <a:solidFill>
            <a:schemeClr val="accent4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94360" y="141732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143000" y="14173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Привычки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9659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Добавление, удаление и выбор из списка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91840" y="1280160"/>
            <a:ext cx="2560320" cy="1554480"/>
          </a:xfrm>
          <a:prstGeom prst="roundRect">
            <a:avLst>
              <a:gd name="adj" fmla="val 5882"/>
            </a:avLst>
          </a:prstGeom>
          <a:solidFill>
            <a:schemeClr val="accent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429000" y="141732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3977640" y="14173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Календарь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3474720" y="19659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Отметка и снятие отметки кликом по дню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126480" y="1280160"/>
            <a:ext cx="2560320" cy="1554480"/>
          </a:xfrm>
          <a:prstGeom prst="roundRect">
            <a:avLst>
              <a:gd name="adj" fmla="val 5882"/>
            </a:avLst>
          </a:prstGeom>
          <a:solidFill>
            <a:schemeClr val="accent4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263640" y="141732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812280" y="14173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Серия дней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6309360" y="19659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Сколько дней подряд выполняется привычка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57200" y="3063240"/>
            <a:ext cx="3977640" cy="1280160"/>
          </a:xfrm>
          <a:prstGeom prst="roundRect">
            <a:avLst>
              <a:gd name="adj" fmla="val 7143"/>
            </a:avLst>
          </a:prstGeom>
          <a:solidFill>
            <a:schemeClr val="accent4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94360" y="320040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143000" y="32004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Статистика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374904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Текущая серия и общее число отметок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709160" y="3063240"/>
            <a:ext cx="3977640" cy="1280160"/>
          </a:xfrm>
          <a:prstGeom prst="roundRect">
            <a:avLst>
              <a:gd name="adj" fmla="val 7143"/>
            </a:avLst>
          </a:prstGeom>
          <a:solidFill>
            <a:schemeClr val="accent4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4846320" y="320040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5394960" y="32004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Мини-игра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4892040" y="374904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Поймай объект: счёт попаданий, цель 3–50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Демонстрация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1097280" y="12801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Добавить </a:t>
            </a:r>
            <a:r>
              <a:rPr lang="en-US" sz="1600" dirty="0" err="1">
                <a:solidFill>
                  <a:schemeClr val="tx1"/>
                </a:solidFill>
              </a:rPr>
              <a:t>привычку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smtClean="0">
                <a:solidFill>
                  <a:schemeClr val="tx1"/>
                </a:solidFill>
              </a:rPr>
              <a:t>«</a:t>
            </a:r>
            <a:r>
              <a:rPr lang="ru-RU" sz="1600" dirty="0" smtClean="0"/>
              <a:t>спать</a:t>
            </a:r>
            <a:r>
              <a:rPr lang="en-US" sz="1600" dirty="0" smtClean="0">
                <a:solidFill>
                  <a:schemeClr val="tx1"/>
                </a:solidFill>
              </a:rPr>
              <a:t>»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097280" y="19385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Отметить три дня подряд — серия 3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259689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Показать ошибку при пустом названии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325526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Обновить страницу — данные на месте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097280" y="391363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Сыграть в «Поймай объект» с целью 5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9221470" y="4596130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 smtClean="0">
                <a:solidFill>
                  <a:schemeClr val="accent6"/>
                </a:solidFill>
              </a:rPr>
              <a:t>н</a:t>
            </a:r>
            <a:endParaRPr lang="en-US" sz="10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55" name="Рисунок 5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2800" y="1621992"/>
            <a:ext cx="4180312" cy="26071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2454910" y="864870"/>
            <a:ext cx="1737360" cy="17373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chemeClr val="tx1"/>
                </a:solidFill>
              </a:rPr>
              <a:t>?</a:t>
            </a:r>
            <a:endParaRPr lang="en-US" sz="8000" dirty="0"/>
          </a:p>
        </p:txBody>
      </p:sp>
      <p:sp>
        <p:nvSpPr>
          <p:cNvPr id="5" name="Text 3"/>
          <p:cNvSpPr txBox="1"/>
          <p:nvPr/>
        </p:nvSpPr>
        <p:spPr>
          <a:xfrm>
            <a:off x="1651000" y="2449830"/>
            <a:ext cx="3345180" cy="1957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Спасибо за внимание!</a:t>
            </a:r>
            <a:endParaRPr lang="en-US" sz="2200" dirty="0"/>
          </a:p>
        </p:txBody>
      </p:sp>
      <p:sp>
        <p:nvSpPr>
          <p:cNvPr id="6" name="Улыбающееся лицо 5"/>
          <p:cNvSpPr/>
          <p:nvPr/>
        </p:nvSpPr>
        <p:spPr>
          <a:xfrm>
            <a:off x="2777490" y="1276985"/>
            <a:ext cx="1092200" cy="913130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bit tracker">
  <a:themeElements>
    <a:clrScheme name="Habit tracker">
      <a:dk1>
        <a:srgbClr val="1F2A22"/>
      </a:dk1>
      <a:lt1>
        <a:srgbClr val="FFFFFF"/>
      </a:lt1>
      <a:dk2>
        <a:srgbClr val="1B5E37"/>
      </a:dk2>
      <a:lt2>
        <a:srgbClr val="F2F6F3"/>
      </a:lt2>
      <a:accent1>
        <a:srgbClr val="237A45"/>
      </a:accent1>
      <a:accent2>
        <a:srgbClr val="E0A100"/>
      </a:accent2>
      <a:accent3>
        <a:srgbClr val="2F9E5B"/>
      </a:accent3>
      <a:accent4>
        <a:srgbClr val="DFF3E6"/>
      </a:accent4>
      <a:accent5>
        <a:srgbClr val="C0392B"/>
      </a:accent5>
      <a:accent6>
        <a:srgbClr val="66756A"/>
      </a:accent6>
      <a:hlink>
        <a:srgbClr val="237A45"/>
      </a:hlink>
      <a:folHlink>
        <a:srgbClr val="66756A"/>
      </a:folHlink>
    </a:clrScheme>
    <a:fontScheme name="Habit tracker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423</Words>
  <Application>Microsoft Office PowerPoint</Application>
  <PresentationFormat>Экран (16:9)</PresentationFormat>
  <Paragraphs>102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9" baseType="lpstr">
      <vt:lpstr>Arial</vt:lpstr>
      <vt:lpstr>Calibri</vt:lpstr>
      <vt:lpstr>Habit tracker</vt:lpstr>
      <vt:lpstr>Трекер привычек</vt:lpstr>
      <vt:lpstr>Как начать</vt:lpstr>
      <vt:lpstr>Методы формирования привычек</vt:lpstr>
      <vt:lpstr>Функциональные возможности</vt:lpstr>
      <vt:lpstr>Демонстрация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Трекер привычек</dc:title>
  <dc:subject>PptxGenJS Presentation</dc:subject>
  <dc:creator>PptxGenJS</dc:creator>
  <cp:lastModifiedBy>Student</cp:lastModifiedBy>
  <cp:revision>3</cp:revision>
  <dcterms:created xsi:type="dcterms:W3CDTF">2026-10-15T10:12:21Z</dcterms:created>
  <dcterms:modified xsi:type="dcterms:W3CDTF">2026-10-15T10:29:32Z</dcterms:modified>
</cp:coreProperties>
</file>